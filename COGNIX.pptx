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5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"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6570F-971C-3F85-7212-702000B1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C62AAAE-6431-03EF-82C9-22DACAC15738}"/>
              </a:ext>
            </a:extLst>
          </p:cNvPr>
          <p:cNvSpPr/>
          <p:nvPr/>
        </p:nvSpPr>
        <p:spPr>
          <a:xfrm>
            <a:off x="1005840" y="1243584"/>
            <a:ext cx="10149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14596-2DF1-B695-BA4E-14FEF1BF29E0}"/>
              </a:ext>
            </a:extLst>
          </p:cNvPr>
          <p:cNvSpPr txBox="1"/>
          <p:nvPr/>
        </p:nvSpPr>
        <p:spPr>
          <a:xfrm>
            <a:off x="1891152" y="1828800"/>
            <a:ext cx="837921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Cognitive Machine (Cognix)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E372C-E586-BAD3-C406-6DF5AD7F3F5E}"/>
              </a:ext>
            </a:extLst>
          </p:cNvPr>
          <p:cNvSpPr txBox="1"/>
          <p:nvPr/>
        </p:nvSpPr>
        <p:spPr>
          <a:xfrm>
            <a:off x="1902949" y="2788919"/>
            <a:ext cx="83556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Multi-Agent AI System for Intelligent Task Execution and Report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2519E-4B42-237B-0BDC-0779FB3C7AF9}"/>
              </a:ext>
            </a:extLst>
          </p:cNvPr>
          <p:cNvSpPr txBox="1"/>
          <p:nvPr/>
        </p:nvSpPr>
        <p:spPr>
          <a:xfrm>
            <a:off x="1325880" y="4114799"/>
            <a:ext cx="252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2F75B5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Sikun Kumar Rout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3BDF9-94BA-F9B3-3E4C-A0FE6E83C310}"/>
              </a:ext>
            </a:extLst>
          </p:cNvPr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Project Presentation  |  Slide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0263D0-E3D2-F24B-E737-27E848E3B8D4}"/>
              </a:ext>
            </a:extLst>
          </p:cNvPr>
          <p:cNvSpPr txBox="1"/>
          <p:nvPr/>
        </p:nvSpPr>
        <p:spPr>
          <a:xfrm>
            <a:off x="7937863" y="4114800"/>
            <a:ext cx="252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2F75B5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Vikash Ranjan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0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135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446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059" y="1399576"/>
            <a:ext cx="39333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helps computers solve problems and make decisions.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follow fixed rules and cannot easily handle new situations.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Systems use multiple AI agents that work together to complete tasks.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Cognix is an AI-based system that uses different agents to plan, execute, review, and generate results automatically.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F5DD8-43F1-65C9-48AE-ADE81A756712}"/>
              </a:ext>
            </a:extLst>
          </p:cNvPr>
          <p:cNvSpPr txBox="1"/>
          <p:nvPr/>
        </p:nvSpPr>
        <p:spPr>
          <a:xfrm>
            <a:off x="5382155" y="1407162"/>
            <a:ext cx="27382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LangGraph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 AI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LangSmith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5C8E25-E9DB-B57D-4B45-4066D83C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286" y="3251579"/>
            <a:ext cx="2778899" cy="2246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1421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21034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6CB55F-E77F-20F8-1513-3AD9EF544D5D}"/>
              </a:ext>
            </a:extLst>
          </p:cNvPr>
          <p:cNvSpPr txBox="1"/>
          <p:nvPr/>
        </p:nvSpPr>
        <p:spPr>
          <a:xfrm>
            <a:off x="7010401" y="1482046"/>
            <a:ext cx="3970116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Cognix uses multiple AI agents to 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tasks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actions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outputs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automatically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30FD9F-996F-A46E-5A92-75F33AD961DF}"/>
              </a:ext>
            </a:extLst>
          </p:cNvPr>
          <p:cNvSpPr txBox="1"/>
          <p:nvPr/>
        </p:nvSpPr>
        <p:spPr>
          <a:xfrm>
            <a:off x="640080" y="1468399"/>
            <a:ext cx="5122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 System face the following limitations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only single-step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with complex multi-step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specialization for different task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include proper validation and reporting.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9564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7572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Main goals of Cognix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199" y="1499616"/>
            <a:ext cx="48593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Task Planning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Collaboration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Automation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Validation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Report Generation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Monitoring using LangSmith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BE3C06-B763-C556-15F6-E64C2FB3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486" y="1745837"/>
            <a:ext cx="3975543" cy="22784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8752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21355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Core tools and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329714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ackend development and workflow logic.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nteractive user interface.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LangGraph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ulti-agent workflow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 – LLM integration and prompt handling.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LangSmith – Monitoring the Project.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 AI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anguage model for reasoning and generation.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Tavily API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xternal research and information retrieval.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ReportLab – PDF report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921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4702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472184"/>
            <a:ext cx="548640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 Agent: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enerates TODO tasks from user goals.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Executor Agent: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xecutes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 sequentially.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Delegation Layer: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outes tasks to the correct agent.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Research, Code, and Summarizer Agents: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erform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specialized work.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 Agent: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lidates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output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Synthesizer Agent: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enerates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6</a:t>
            </a:r>
          </a:p>
        </p:txBody>
      </p:sp>
      <p:pic>
        <p:nvPicPr>
          <p:cNvPr id="8" name="Image 187">
            <a:extLst>
              <a:ext uri="{FF2B5EF4-FFF2-40B4-BE49-F238E27FC236}">
                <a16:creationId xmlns:a16="http://schemas.microsoft.com/office/drawing/2014/main" id="{A4DF45AE-57B9-3DE6-483F-87DC6CB3451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6505" y="1472184"/>
            <a:ext cx="3591701" cy="40410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987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Workflow of Cognix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23198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End-to-end execution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19" y="1463040"/>
            <a:ext cx="5785027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enters a goal in the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Planner Agent creates structured tasks.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Executor Agent processes tasks one by one.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Delegation Layer sends tasks to specialized agents.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Reviewer validates outputs.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Synthesizer prepares final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7</a:t>
            </a:r>
          </a:p>
        </p:txBody>
      </p:sp>
      <p:pic>
        <p:nvPicPr>
          <p:cNvPr id="8" name="Image 86">
            <a:extLst>
              <a:ext uri="{FF2B5EF4-FFF2-40B4-BE49-F238E27FC236}">
                <a16:creationId xmlns:a16="http://schemas.microsoft.com/office/drawing/2014/main" id="{C7942461-B147-5F94-947C-1F177BB2871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14778" y="1567985"/>
            <a:ext cx="1980635" cy="39878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6898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LangSmith Monitoring and Tracing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8133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LangSmith Integration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44961-288C-7DF6-826E-C2E968C14624}"/>
              </a:ext>
            </a:extLst>
          </p:cNvPr>
          <p:cNvSpPr txBox="1"/>
          <p:nvPr/>
        </p:nvSpPr>
        <p:spPr>
          <a:xfrm>
            <a:off x="1238492" y="1702778"/>
            <a:ext cx="38312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Tracing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Tracking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Support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workflow visibility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C9090D-803C-6173-5AD5-F58E8E3A8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84" y="1859183"/>
            <a:ext cx="5792328" cy="3071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3217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4257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07442" y="6400800"/>
            <a:ext cx="23054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4196B-5E3D-6174-F3E9-C1F45889FA86}"/>
              </a:ext>
            </a:extLst>
          </p:cNvPr>
          <p:cNvSpPr txBox="1"/>
          <p:nvPr/>
        </p:nvSpPr>
        <p:spPr>
          <a:xfrm>
            <a:off x="443889" y="1342663"/>
            <a:ext cx="35997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Automation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Report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LangSmith Monitoring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C322EC-59A6-2918-6FDD-277DFAE82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754" y="3885267"/>
            <a:ext cx="3399639" cy="1692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407441-E133-2450-6923-0A7805E53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745" y="1510132"/>
            <a:ext cx="3230880" cy="1643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74AD1-0EDD-49A3-D664-1F0E63266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754" y="1525036"/>
            <a:ext cx="2798064" cy="16727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5B2A49-E93A-E4C8-DB57-7A4BDE5CC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745" y="3885267"/>
            <a:ext cx="3108960" cy="17200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4998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Future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23711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Observed system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43322" y="6400800"/>
            <a:ext cx="23695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Cognix AI Project Presentation  |  Slide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BD1AC-08DA-EBDD-FBDD-29B23ABDCF28}"/>
              </a:ext>
            </a:extLst>
          </p:cNvPr>
          <p:cNvSpPr txBox="1"/>
          <p:nvPr/>
        </p:nvSpPr>
        <p:spPr>
          <a:xfrm>
            <a:off x="810228" y="1446835"/>
            <a:ext cx="457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Task Execution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Workflow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Output Quality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A78D8-0682-8A9A-8A9A-0DA504B4E792}"/>
              </a:ext>
            </a:extLst>
          </p:cNvPr>
          <p:cNvSpPr txBox="1"/>
          <p:nvPr/>
        </p:nvSpPr>
        <p:spPr>
          <a:xfrm>
            <a:off x="6096000" y="1485784"/>
            <a:ext cx="48622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Specialized Agents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Interaction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Inputs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Memory Support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991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2570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784" y="1508760"/>
            <a:ext cx="10058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Cognix successfully demonstrates an Autonomous Cognitive Multi-Agent System.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agents collaborate to perform planning, execution, validation, and synthesis.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LangGraph and LangSmith enable efficient workflow orchestration and monitoring. 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Agentic AI in real-world problem solving.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65763" y="6400800"/>
            <a:ext cx="234711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Project Presentation  |  Slide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" y="1234440"/>
            <a:ext cx="10149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5561" y="2673634"/>
            <a:ext cx="3420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5880" y="4114799"/>
            <a:ext cx="252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F75B5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2F75B5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Sikun Kumar Rout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764" y="6400800"/>
            <a:ext cx="234711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Project Presentation  |  Slide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623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Sikun Kumar Rout</dc:creator>
  <cp:keywords/>
  <dc:description>generated using python-pptx</dc:description>
  <cp:lastModifiedBy>Sikun Kumar Rout</cp:lastModifiedBy>
  <cp:revision>35</cp:revision>
  <dcterms:created xsi:type="dcterms:W3CDTF">2026-06-18T09:03:10Z</dcterms:created>
  <dcterms:modified xsi:type="dcterms:W3CDTF">2026-06-19T06:44:39Z</dcterms:modified>
  <cp:category/>
</cp:coreProperties>
</file>