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" y="1234440"/>
            <a:ext cx="10149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5880" y="1828800"/>
            <a:ext cx="9509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4E79"/>
                </a:solidFill>
              </a:defRPr>
            </a:pPr>
            <a:r>
              <a:rPr dirty="0"/>
              <a:t>Autonomous Cognitive Machine (</a:t>
            </a:r>
            <a:r>
              <a:rPr dirty="0" err="1"/>
              <a:t>Cognix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834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E1E1E"/>
                </a:solidFill>
              </a:defRPr>
            </a:pPr>
            <a:r>
              <a:rPr dirty="0"/>
              <a:t>A Multi-Agent AI System for Intelligent Task Execution and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977639"/>
            <a:ext cx="5852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75B5"/>
                </a:solidFill>
              </a:defRPr>
            </a:pPr>
            <a:r>
              <a:rPr dirty="0"/>
              <a:t>Presented by: Sikun Kumar Rout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rPr dirty="0" err="1"/>
              <a:t>Cognix</a:t>
            </a:r>
            <a:r>
              <a:rPr dirty="0"/>
              <a:t> AI Project Presentation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Cognix</a:t>
            </a:r>
            <a:r>
              <a:rPr dirty="0"/>
              <a:t> is an autonomous multi-agent AI system.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The system accepts a user goal and breaks the goal into actionable tasks.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Specialized agents execute, review, and synthesize task outputs.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The final output is generated as a structured PDF and TXT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Why this system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Traditional AI systems usually provide a single direct response.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Complex problems require planning, execution, validation, and reporting.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Single-agent systems lack specialization and workflow control.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Cognix</a:t>
            </a:r>
            <a:r>
              <a:rPr dirty="0"/>
              <a:t> solves this using a modular multi-agent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Objectives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Main goals of Cognix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499616"/>
            <a:ext cx="100584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Automatically decompose user goals into tasks.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Execute tasks using specialized AI agents.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Validate generated outputs before final synthesis.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Generate professional reports in PDF and TXT format.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Provide a clean </a:t>
            </a:r>
            <a:r>
              <a:rPr dirty="0" err="1"/>
              <a:t>Streamlit</a:t>
            </a:r>
            <a:r>
              <a:rPr dirty="0"/>
              <a:t>-based user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Core tools and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Python – backend development and workflow logic.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Streamlit</a:t>
            </a:r>
            <a:r>
              <a:rPr dirty="0"/>
              <a:t> – interactive user interface.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LangGraph</a:t>
            </a:r>
            <a:r>
              <a:rPr dirty="0"/>
              <a:t> – multi-agent workflow orchestration.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LangChain</a:t>
            </a:r>
            <a:r>
              <a:rPr dirty="0"/>
              <a:t> – LLM integration and prompt handling.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Mistral AI – language model for reasoning and generation.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Tavily</a:t>
            </a:r>
            <a:r>
              <a:rPr dirty="0"/>
              <a:t> API – external research and information retrieval.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ReportLab</a:t>
            </a:r>
            <a:r>
              <a:rPr dirty="0"/>
              <a:t> – PDF report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Main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Planner Agent: generates TODO tasks from user goals.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Executor Agent: executes tasks sequentially.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Delegation Layer: routes tasks to the correct agent.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Research, Code, and Summarizer Agents: perform specialized work.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Reviewer Agent: validates results.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Synthesizer Agent: generates the final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57200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Insert Diagram /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Workflow of Cognix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End-to-end execution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1. User enters a goal in the </a:t>
            </a:r>
            <a:r>
              <a:rPr dirty="0" err="1"/>
              <a:t>Streamlit</a:t>
            </a:r>
            <a:r>
              <a:rPr dirty="0"/>
              <a:t> interface.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2. Planner Agent creates structured tasks.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3. Executor Agent processes tasks one by one.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4. Delegation Layer sends tasks to specialized agents.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5. Reviewer validates outputs.</a:t>
            </a:r>
          </a:p>
          <a:p>
            <a:pPr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rPr dirty="0"/>
              <a:t>6. Synthesizer prepares final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57200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Insert Diagram /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Agent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Role of each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31620"/>
            <a:ext cx="100584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Planner Agent – task generation and decomposition.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Research Agent – gathers relevant information.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Code Agent – generates programming solutions.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Summarizer Agent – creates concise explanations.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Reviewer Agent – checks quality and completeness.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Synthesizer Agent – combines outputs into a final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How the system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LangGraph</a:t>
            </a:r>
            <a:r>
              <a:rPr dirty="0"/>
              <a:t> controls node-based execution and loop flow.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Shared state stores messages, tasks, results, and virtual files.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Delegation logic selects the appropriate agent for each task.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Final outputs are stored and exported as reports.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Streamlit</a:t>
            </a:r>
            <a:r>
              <a:rPr dirty="0"/>
              <a:t> displays tasks, memory files, and generated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Results and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Observed system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Tasks are generated successfully from user input.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Agents execute assigned tasks and store intermediate outputs.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Reviewer validates task completion.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Synthesizer generates a final structured report.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Users can download reports in PDF and TXT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57200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Insert Diagram /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Screenshots to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Recommended screenshot placement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Add User Goal Submission screenshot.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Add Generated TODO Tasks screenshot.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Add Virtual Memory Files screenshot.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Add Final Generated Report screenshot.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1E1E"/>
                </a:solidFill>
              </a:defRPr>
            </a:pPr>
            <a:r>
              <a:rPr dirty="0"/>
              <a:t>Add PDF/TXT Download screenshot.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54480"/>
            <a:ext cx="4572000" cy="4114800"/>
          </a:xfrm>
          <a:prstGeom prst="roundRect">
            <a:avLst/>
          </a:prstGeom>
          <a:solidFill>
            <a:srgbClr val="EBF2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Insert 3–4 Screenshots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Final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70432"/>
            <a:ext cx="10881360" cy="2743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 err="1"/>
              <a:t>Cognix</a:t>
            </a:r>
            <a:r>
              <a:rPr dirty="0"/>
              <a:t> successfully demonstrates autonomous multi-agent task execution.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The system improves automation, organization, and output quality.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Future scope includes cloud deployment, more agents, persistent memory, and chat-style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Cognix AI Project Presentation  | 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674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Sikun Kumar Rout</dc:creator>
  <cp:keywords/>
  <dc:description>generated using python-pptx</dc:description>
  <cp:lastModifiedBy>Sikun Kumar Rout</cp:lastModifiedBy>
  <cp:revision>2</cp:revision>
  <dcterms:created xsi:type="dcterms:W3CDTF">2026-06-18T09:03:10Z</dcterms:created>
  <dcterms:modified xsi:type="dcterms:W3CDTF">2026-06-18T11:00:50Z</dcterms:modified>
  <cp:category/>
</cp:coreProperties>
</file>